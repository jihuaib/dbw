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6E8"/>
                </a:solidFill>
                <a:latin typeface="PingFang SC"/>
              </a:rPr>
              <a:t>H3C 赛题 6.4.3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PingFang SC"/>
              </a:rPr>
              <a:t>AI 大模型在运维场景的诊断一致性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EEF6"/>
                </a:solidFill>
                <a:latin typeface="PingFang SC"/>
              </a:rPr>
              <a:t>DetOps —— 一套基于 Agent 运行的运维一致性兜底策略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8"/>
                </a:solidFill>
                <a:latin typeface="PingFang SC"/>
              </a:rPr>
              <a:t>核心命题：大模型对同一输入无法确定性输出 → 让「输入」确定，让「答案」只生成一次并冻结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8"/>
                </a:solidFill>
                <a:latin typeface="PingFang SC"/>
              </a:rPr>
              <a:t>交付：真机验证的 60% / 80% / 100% 三级判据全部达标（SSR 100%，字节一致）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CC"/>
                </a:solidFill>
                <a:latin typeface="PingFang SC"/>
              </a:rPr>
              <a:t>答辩汇报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题目理解：三条设计要求，三级完成度判据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设备侧不能大改，Agent 要有一致性兜底，多设备要能联动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设计要求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2329"/>
                </a:solidFill>
                <a:latin typeface="PingFang SC"/>
              </a:rPr>
              <a:t>▪ ① 一套基于 Agent 运行的运维一致性兜底策略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329"/>
                </a:solidFill>
                <a:latin typeface="PingFang SC"/>
              </a:rPr>
              <a:t>▪ ② 设备侧既有能力少变动或不变动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329"/>
                </a:solidFill>
                <a:latin typeface="PingFang SC"/>
              </a:rPr>
              <a:t>▪ ③ 多台设备互联场景的联动分析能力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9496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完成度判据（单会话多次 + 多会话，输出一致）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1097280" cy="6858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74519"/>
            <a:ext cx="4206240" cy="6858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F2329"/>
                </a:solidFill>
                <a:latin typeface="PingFang SC"/>
              </a:rPr>
              <a:t>单一设备、确定的网络故障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1097280" cy="6858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80%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743200"/>
            <a:ext cx="4206240" cy="6858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F2329"/>
                </a:solidFill>
                <a:latin typeface="PingFang SC"/>
              </a:rPr>
              <a:t>单一设备、多异常表项故障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11879"/>
            <a:ext cx="1097280" cy="6858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611879"/>
            <a:ext cx="4206240" cy="6858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F2329"/>
                </a:solidFill>
                <a:latin typeface="PingFang SC"/>
              </a:rPr>
              <a:t>≥3 台 SPINE-LEAF 三层组网、多异常表项故障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155680" cy="1097280"/>
          </a:xfrm>
          <a:prstGeom prst="roundRect">
            <a:avLst/>
          </a:prstGeom>
          <a:solidFill>
            <a:srgbClr val="FFF6EB"/>
          </a:solidFill>
          <a:ln w="9525">
            <a:solidFill>
              <a:srgbClr val="D9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0">
                <a:solidFill>
                  <a:srgbClr val="1F2329"/>
                </a:solidFill>
                <a:latin typeface="PingFang SC"/>
              </a:rPr>
              <a:t>关键难点：不是「让模型稳定」（做不到），而是把模型的随机性从「重复提问」这条路径上移出去。
我们的回答：同一问题 + 同一设备状态 → 只真正调用一次模型 → 答案按「诊断指纹」冻结，之后逐字节复用。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核心洞察：一致性来自「输入确定 + 答案冻结」，不来自「模型稳定」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155680" cy="82296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诊断指纹 = SHA256( 归一化提问 ‖ 证据快照哈希 ‖ 模型身份 ‖ 命令清单 ‖ 提示词版本 ‖ 归一化版本 ‖ 会话前缀 ‖ 事件摘要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5661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让输入确定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命令只能从手册闭集里选，参数不许猜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回显归一化：规则擦除 + 表头列擦除 + 实测标定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事件（syslog/trap）只记类型存在性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观测行为自身的回声全部排除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77440"/>
            <a:ext cx="35661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只调一次模型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9260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Agent 每轮模型调用按「语义键」缓存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同一段对话第二次出现直接回放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指纹命中 → F0：零模型调用，字节一致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设备状态变了 → 指纹变 → 理应重诊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377440"/>
            <a:ext cx="35661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兜不住也有底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260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F2 结构校验、F3 自洽投票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F4 模型不可用 → 只做证据陈述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F5 采集缺失 → 列出缺口、下调置信度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任何版本锚变化 → 旧冻结自动失效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Vue 3 + NetNexusUI 前端 · FastAPI 后端 · LangGraph Agent · 设备只走既有 CLI / syslog /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155680" cy="68580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前端（Vue 3 / NetNexusUI）：诊断对话 · 知识库 · 设备与拓扑（LLDP 拓扑、网页终端）· Syslog · SNMP（MIB/Trap）· 一致性验证 · 设置弹窗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0" y="1965960"/>
            <a:ext cx="0" cy="3657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377440"/>
            <a:ext cx="1737360" cy="384048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diagnose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61488"/>
            <a:ext cx="1737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Agent 循环 / 指纹冻结
六级兜底 / 一致性验证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377440"/>
            <a:ext cx="1737360" cy="384048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kb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761488"/>
            <a:ext cx="1737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手册导入（多格式）
只读命令闭集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377440"/>
            <a:ext cx="1737360" cy="384048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2761488"/>
            <a:ext cx="1737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SSH/Telnet 接入
能力探测 / 拓扑 / 终端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9" y="2377440"/>
            <a:ext cx="1737360" cy="384048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collect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2761488"/>
            <a:ext cx="1737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采集纪元 / 归一化
实测标定 / 证据快照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377440"/>
            <a:ext cx="1737360" cy="384048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761488"/>
            <a:ext cx="1737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Syslog 服务器
pysnmp Trap 接收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377440"/>
            <a:ext cx="1737360" cy="384048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mibs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761488"/>
            <a:ext cx="1737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pysmi 编译
OID 索引 / 树 / 解码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11155680" cy="411480"/>
          </a:xfrm>
          <a:prstGeom prst="roundRect">
            <a:avLst/>
          </a:prstGeom>
          <a:solidFill>
            <a:srgbClr val="E8F0F9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F2329"/>
                </a:solidFill>
                <a:latin typeface="PingFang SC"/>
              </a:rPr>
              <a:t>core：LLM 多服务商适配（Anthropic / DeepSeek / GLM / Qwen / 任意 OpenAI 兼容）· 内容哈希缓存 · SQLite · 版本锚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4160520"/>
            <a:ext cx="0" cy="4114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18320" y="4160520"/>
            <a:ext cx="0" cy="4114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617720"/>
            <a:ext cx="5120640" cy="1371600"/>
          </a:xfrm>
          <a:prstGeom prst="roundRect">
            <a:avLst/>
          </a:prstGeom>
          <a:solidFill>
            <a:srgbClr val="EEF7F0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网络设备（真机 / CNetNexus 实验环境）
只用既有能力：只读 CLI（SSH/Telnet）、syslog server、snmp trap server
设备侧零改造 —— 设计要求 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617720"/>
            <a:ext cx="5120640" cy="1371600"/>
          </a:xfrm>
          <a:prstGeom prst="roundRect">
            <a:avLst/>
          </a:prstGeom>
          <a:solidFill>
            <a:srgbClr val="FFF6EB"/>
          </a:solidFill>
          <a:ln w="9525">
            <a:solidFill>
              <a:srgbClr val="D9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大模型（可换）
温度 0 + 语义键缓存 + 结构化/固定结构输出
模型身份进指纹：换模型 = 换口径 = 重诊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一次诊断的完整流程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从提问到冻结答案，每一步都为「同一输入」服务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7373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① 提取信息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7373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归一化提问
抽取 IP/接口/设备
带入会话前缀与事件摘要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51460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2" y="1371600"/>
            <a:ext cx="17373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② Agent 取证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1828800"/>
            <a:ext cx="17373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LangGraph 多轮循环
run_cli 工具：闭集校验
参数不许猜、并行调用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87952" y="251460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52544" y="1371600"/>
            <a:ext cx="17373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③ 采集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828800"/>
            <a:ext cx="17373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SSH/Telnet 逐台下发
多轮追加进同一纪元
(设备, 命令) 全序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251460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54496" y="1371600"/>
            <a:ext cx="17373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④ 归一化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828800"/>
            <a:ext cx="17373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规则擦除 / 表头列擦除
实测标定兜底
→ 证据快照哈希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91856" y="251460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56448" y="1371600"/>
            <a:ext cx="17373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⑤ 指纹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1828800"/>
            <a:ext cx="17373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8 个分量 SHA256
任一分量变即失效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93808" y="2514600"/>
            <a:ext cx="164592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0" y="1371600"/>
            <a:ext cx="1737360" cy="4572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⑥ 冻结/复用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1828800"/>
            <a:ext cx="17373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1F2329"/>
                </a:solidFill>
                <a:latin typeface="PingFang SC"/>
              </a:rPr>
              <a:t>命中 → 原样返回（F0）
未命中 → 结论 → 冻结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74720"/>
            <a:ext cx="11155680" cy="4114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1F2329"/>
                </a:solidFill>
                <a:latin typeface="PingFang SC"/>
              </a:rPr>
              <a:t>全程可观测：对话流实时显示每条工具调用（设备 # 命令）与完整回显、逐 token 流出的结论；结束后可查看送给模型的完整上下文与原始回复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指纹命中也要真实重新采集：F0 省的是模型调用，不是采集 —— 状态变了必须能发现（接口 up 之后不会再答「down」）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会话历史进指纹：追问带上下文且确定；重复提问不带自己的历史，单会话连问 N 次仍是同一指纹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被归一化擦掉的时变量（计数器、倒计时）变化不触发重诊 —— 它们本来就不是诊断依据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让输入确定 ①：命令闭集 —— 手册导入 × 实机探测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模型只能从手册里选命令；手册说有、这台设备未必有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手册导入：Word / Markdown，支持文件、文件夹递归、服务器目录递归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PingFang SC"/>
              </a:rPr>
              <a:t>– 多种写法：表格、标题即命令、【命令】标签、厂商语法行 [ ] { | }、代码块、示例行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PingFang SC"/>
              </a:rPr>
              <a:t>– 大批量：逐个落盘入库、进度轮询、同内容去重，结果不驻内存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  <a:latin typeface="PingFang SC"/>
              </a:rPr>
              <a:t>– 规则识别不了的格式 → 自动回退 AI 提取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只留只读命令（show/display），危险词过滤；CLI 会话/审计类命令排除（可配置）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必需参数识别：&lt;param&gt; 与厂商命名习惯（vlan-id / interface-number）→ 不下发光杆命令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能力探测：把清单在每台设备上跑一遍，记录「设备 → 不支持」，编排时不再提议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命令清单指纹进诊断指纹：清单变了（比如补进 show current-configuration）→ 重诊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真机上踩到的坑（都变成了机制）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命令被小写化 → GE-1 变 ge-1 被拒 → 保留大小写、匹配用小写键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必需参数被当可选剥掉 → Incomplete command 污染证据 → 必需参数不放行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模型凭空猜参数（tag=default）→ 提示词硬规则 + 校验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配置查看命令没导进来 → 接口 shutdown 只能诊断成「物理断链」→ 导入器补格式后根因直指 shutdown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show cli history 这类「观测者的镜子」进了证据 → 永不一致 → 排除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让输入确定 ②：归一化 —— 用测量代替猜测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同一设备状态的两次回显必须归一成同一串字节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规则表（快路径）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时间戳 / uptime / 倒计时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ARP/MAC 老化、OSPF Dead、BGP 报文计数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LLDP TTL「19 sec remaining」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光功率等连续量 → 分档离散化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661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按表头识别易变列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2880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找表头 → 按整列空白定列边界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表头命中 TTL/Age/Dead/Uptime… 整列擦除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换厂商、换命令不用补规则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列宽归一：尾随空格漂移不改哈希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5661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实测标定（兜底）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同一命令多采几次 → token 级比对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真正在变的位置冻结成 profile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profile 并集合并：见过在变就永远擦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格式无关、厂商无关；换设备重跑一次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155680" cy="1280160"/>
          </a:xfrm>
          <a:prstGeom prst="roundRect">
            <a:avLst/>
          </a:prstGeom>
          <a:solidFill>
            <a:srgbClr val="FFF6EB"/>
          </a:solidFill>
          <a:ln w="9525">
            <a:solidFill>
              <a:srgbClr val="D9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F2329"/>
                </a:solidFill>
                <a:latin typeface="PingFang SC"/>
              </a:rPr>
              <a:t>为什么必须「实测」：逐条写正则去猜哪一列会变，永远追不上——80% 判据环境首跑 SSR 0%，
漏掉的是 LLDP 详情里的倒计时和此前恰好没动过的计数器；重新标定后 SSR 100%。
证明链：轮次之间原始回显真实漂移 6～7 处，归一化后快照逐字节相同 —— 一致性是兜出来的，不是输入没动。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Agent：开源 LangGraph 跑循环，笼子是我们的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主流 Agent 的体验 + 可重放的确定性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框架负责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ReAct 循环：看一轮回显再决定继续取证还是下结论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同一轮并行多条工具调用，逐 token 流式输出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递归上限保证终止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94960" cy="457200"/>
          </a:xfrm>
          <a:prstGeom prst="roundRect">
            <a:avLst/>
          </a:prstGeom>
          <a:solidFill>
            <a:srgbClr val="D9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run_cli 工具外的笼子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命令必须来自清单、必需参数必须补齐、探明不支持的不放行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跨轮去重、总量预算、设备白名单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先排除「配置使然」再下物理结论（通用取证原则）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115568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确定性：语义键缓存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temperature=0 + SQLite 精确缓存：同一段对话（含工具回显）第二次出现直接回放，模型随机性移出重放路径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踩坑：框架给每条消息随机 uuid、AIMessage 带 run_id/token 用量，混进缓存键后永远命不中（SSR 一度 0%）→ 进键前剥掉，只留角色/内容/工具调用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结果：同一问题 + 同一设备状态 → 同一工具调用序列 → 同一快照 → 同一指纹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六级一致性兜底阶梯（设计要求 ① 的交付物）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822960" cy="6400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F0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280160"/>
            <a:ext cx="182880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F2329"/>
                </a:solidFill>
                <a:latin typeface="PingFang SC"/>
              </a:rPr>
              <a:t>指纹冻结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80160"/>
            <a:ext cx="27432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指纹命中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F2329"/>
                </a:solidFill>
                <a:latin typeface="PingFang SC"/>
              </a:rPr>
              <a:t>原样返回，零模型调用，字节一致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822960" cy="64008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57400"/>
            <a:ext cx="182880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F2329"/>
                </a:solidFill>
                <a:latin typeface="PingFang SC"/>
              </a:rPr>
              <a:t>快照复用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57400"/>
            <a:ext cx="27432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同一快照不同问法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4864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F2329"/>
                </a:solidFill>
                <a:latin typeface="PingFang SC"/>
              </a:rPr>
              <a:t>复用同一份事实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39"/>
            <a:ext cx="822960" cy="64008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F2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834639"/>
            <a:ext cx="182880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F2329"/>
                </a:solidFill>
                <a:latin typeface="PingFang SC"/>
              </a:rPr>
              <a:t>结构校验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834639"/>
            <a:ext cx="27432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输出不合结构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39"/>
            <a:ext cx="54864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F2329"/>
                </a:solidFill>
                <a:latin typeface="PingFang SC"/>
              </a:rPr>
              <a:t>固定次数重试，不放行脏输出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79"/>
            <a:ext cx="822960" cy="64008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F3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611879"/>
            <a:ext cx="182880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F2329"/>
                </a:solidFill>
                <a:latin typeface="PingFang SC"/>
              </a:rPr>
              <a:t>自洽投票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611879"/>
            <a:ext cx="27432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首次生成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11879"/>
            <a:ext cx="54864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F2329"/>
                </a:solidFill>
                <a:latin typeface="PingFang SC"/>
              </a:rPr>
              <a:t>k 次采样按根因取多数票（首答质量保险）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822960" cy="640080"/>
          </a:xfrm>
          <a:prstGeom prst="roundRect">
            <a:avLst/>
          </a:prstGeom>
          <a:solidFill>
            <a:srgbClr val="D9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F4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389120"/>
            <a:ext cx="182880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F2329"/>
                </a:solidFill>
                <a:latin typeface="PingFang SC"/>
              </a:rPr>
              <a:t>模型兜底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389120"/>
            <a:ext cx="27432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无 Key / 超时 / 报错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389120"/>
            <a:ext cx="54864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F2329"/>
                </a:solidFill>
                <a:latin typeface="PingFang SC"/>
              </a:rPr>
              <a:t>降级为「证据陈述」：只列采到什么，不下结论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66360"/>
            <a:ext cx="822960" cy="640080"/>
          </a:xfrm>
          <a:prstGeom prst="roundRect">
            <a:avLst/>
          </a:prstGeom>
          <a:solidFill>
            <a:srgbClr val="D9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F5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5166360"/>
            <a:ext cx="182880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F2329"/>
                </a:solidFill>
                <a:latin typeface="PingFang SC"/>
              </a:rPr>
              <a:t>缺证兜底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5166360"/>
            <a:ext cx="27432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采集失败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166360"/>
            <a:ext cx="548640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1F2329"/>
                </a:solidFill>
                <a:latin typeface="PingFang SC"/>
              </a:rPr>
              <a:t>缺失显式进快照，列出缺口并下调置信度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PingFang SC"/>
              </a:rPr>
              <a:t>越靠上越「硬」：F0 是判据要求的字节一致；F4/F5 保证系统在最坏情况下也给出确定、可解释的输出而不是随机猜。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多设备联动分析（设计要求 ③）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拓扑作上下文，跨设备取证，健康设备当对照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一键 LLDP 拓扑发现：AI 解析 + 正则兜底，自环过滤，双向确认；不依赖厂商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拓扑上下文随提问送给 Agent，并进证据快照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跨设备取证：LEAF2 邻居丢了 → 主动去 SPINE1 看对端口、拿健康的 LEAF1 做对照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100% 场景实测：三台设备各埋一处不同层级的异常（接口配置关闭 / 黑洞静态路由 / OSPF 定时器不匹配），三处全部找齐并分清层级与处置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拓扑页：缩放平移、拖动节点、右键设备 → 网页终端（WebSocket 桥到 telnet/SSH）/ 测试 / 编辑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80160"/>
            <a:ext cx="512064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设备主动上报也进诊断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Syslog 服务器 + pysnmp Trap 接收（只收，不做任何 SNMP 下发）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MIB：源文件导入（自带标准 MIB + 厂商 MIB）→ pysmi 编译 → OID 索引 → 树形浏览 → trap 符号化解码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事件进指纹的三条规矩：只记类型存在性不记次数；CLI 审计事件排除；观测者的镜子命令不进闭集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「刚才发生了什么」这类只有事件能答的问题：模型把 link-up → 邻居建立 → down 的时间线与当前配置对上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完成度判据：真机实测全部达标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1×SPINE + 3×LEAF 真机容器，OSPF 三层组网；每级跑「单会话多次 + 多会话」各 3 轮，轮间真实重新采集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914400" cy="457200"/>
          </a:xfrm>
          <a:prstGeom prst="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判据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325880"/>
            <a:ext cx="4206240" cy="457200"/>
          </a:xfrm>
          <a:prstGeom prst="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故障环境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25880"/>
            <a:ext cx="914400" cy="457200"/>
          </a:xfrm>
          <a:prstGeom prst="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快照数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325880"/>
            <a:ext cx="914400" cy="457200"/>
          </a:xfrm>
          <a:prstGeom prst="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指纹数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325880"/>
            <a:ext cx="1005840" cy="457200"/>
          </a:xfrm>
          <a:prstGeom prst="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字节一致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325880"/>
            <a:ext cx="914400" cy="457200"/>
          </a:xfrm>
          <a:prstGeom prst="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SSR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325880"/>
            <a:ext cx="1371600" cy="457200"/>
          </a:xfrm>
          <a:prstGeom prst="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原始回显漂移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F2329"/>
                </a:solidFill>
                <a:latin typeface="PingFang SC"/>
              </a:rPr>
              <a:t>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178308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LEAF2 GE-1 shutdown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783080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783080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783080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E8B57"/>
                </a:solidFill>
                <a:latin typeface="PingFang SC"/>
              </a:rPr>
              <a:t>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783080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E8B57"/>
                </a:solidFill>
                <a:latin typeface="PingFang SC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783080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50008"/>
            <a:ext cx="9144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F2329"/>
                </a:solidFill>
                <a:latin typeface="PingFang SC"/>
              </a:rPr>
              <a:t>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350008"/>
            <a:ext cx="420624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LEAF2：hello 不匹配 + 2 条坏静态路由表项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350008"/>
            <a:ext cx="9144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350008"/>
            <a:ext cx="9144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350008"/>
            <a:ext cx="100584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E8B57"/>
                </a:solidFill>
                <a:latin typeface="PingFang SC"/>
              </a:rPr>
              <a:t>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2350008"/>
            <a:ext cx="9144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E8B57"/>
                </a:solidFill>
                <a:latin typeface="PingFang SC"/>
              </a:rPr>
              <a:t>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2350008"/>
            <a:ext cx="1371600" cy="566928"/>
          </a:xfrm>
          <a:prstGeom prst="rect">
            <a:avLst/>
          </a:prstGeom>
          <a:solidFill>
            <a:srgbClr val="F3F6FA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6～7 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16936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E8B57"/>
                </a:solidFill>
                <a:latin typeface="PingFang SC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91693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LEAF2 shutdown + SPINE1 黑洞静态路由 + LEAF3 hello 不匹配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916936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916936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2916936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E8B57"/>
                </a:solidFill>
                <a:latin typeface="PingFang SC"/>
              </a:rPr>
              <a:t>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2916936"/>
            <a:ext cx="914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E8B57"/>
                </a:solidFill>
                <a:latin typeface="PingFang SC"/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916936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F2329"/>
                </a:solidFill>
                <a:latin typeface="PingFang SC"/>
              </a:rPr>
              <a:t>6 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「原始回显漂移 N 处」是证明链的关键：轮次之间设备回显确实变了，归一化后快照仍逐字节相同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故障用真实配置错误在真实协议栈里种出真实的异常表项（错误静态路由进 RIB/FIB、OSPF 因参数校验拒绝邻居、LSA 自然老化），不是预置的假回显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状态变化实测：shutdown 时答「配置关闭」，no shutdown 后同一会话同一问题指纹改变、重新诊断 —— 不会守着旧答案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所有故障注入脚本化（scripts/lab.sh fault / fault-multi / fault-fabric），可复现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真机逼出来的问题（模拟器一个都发现不了）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每一条都变成了机制或测试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457200"/>
          </a:xfrm>
          <a:prstGeom prst="roundRect">
            <a:avLst/>
          </a:prstGeom>
          <a:solidFill>
            <a:srgbClr val="0F7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采集与一致性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读到提示符前就停 → 空回显 → 判缺失而非有效数据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命令/回显错位 → 发送前清缓冲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LLDP 自环、列宽漂移、LSA Age → 表头列擦除 + 标定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首答随机 uuid 进缓存键 → 语义键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事件计数分桶中途翻转 → 只记存在性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采集自身产生的 CLI 审计日志挤掉状态事件 → SQL 层排除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94960" cy="457200"/>
          </a:xfrm>
          <a:prstGeom prst="roundRect">
            <a:avLst/>
          </a:prstGeom>
          <a:solidFill>
            <a:srgbClr val="D9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部署与通用性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Docker Desktop NAT 把源 IP 揉成 127.0.0.1 → 每设备独立端口即身份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Linux 上 host.docker.internal 的 UDP 不通 → 实测选址（探测包谁能到用谁）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Python 3.12 移除 asyncore/imp → 迁到 pysnmp 7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IF-MIB 与 RFC1213 同 OID → SMIv2 优先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H3C 手册格式全漏 → 导入器覆盖标题/标签/语法行/代码块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329"/>
                </a:solidFill>
                <a:latin typeface="PingFang SC"/>
              </a:rPr>
              <a:t>▪ 厂商预设/排除命令写死 → vendors.json / 设置项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工程化：测试体系、部署、通用性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E8"/>
                </a:solidFill>
                <a:latin typeface="PingFang SC"/>
              </a:rPr>
              <a:t>与 CI 同一套用例，不写一次性验证脚本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65 个单元测试（离线）：归一化幂等与标定、指纹分量隔离、闭集校验、回显判定、Agent 笼子（假模型）、缓存键、事件、MIB、telnet 桥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真机集成（-m live）：Agent 问答、F0 冻结、观测接口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19 步 Playwright 端到端：跑在真机上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GitHub Actions：单元 + MIB 编译 + 前端构建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6616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288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scripts/start.sh prod：构建前端，后台 0.0.0.0:8099 单端口托管页面/API/WebSocket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scripts/lab.sh：实验环境起停、故障注入、设备注册、上报链路自检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Python 3.9～3.13、Linux/macOS；Windows 浏览器访问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敏感信息不入库：Key/凭据在 data/，备份在仓库外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566160" cy="45720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通用性（无写死）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厂商预设 vendors.json：接入协议、关分屏/LLDP 命令、上报命令模板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命令清单来自导入的手册，MIB 来自导入的源文件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证据排除命令是设置项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329"/>
                </a:solidFill>
                <a:latin typeface="PingFang SC"/>
              </a:rPr>
              <a:t>▪ 真机按源 IP 归属事件；实验环境逻辑只在存在 nn-mgmt 网络时启用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PingFang SC"/>
              </a:rPr>
              <a:t>总结与边界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DetOps · H3C 赛题 6.4.3 AI 大模型在运维场景的诊断一致性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155680" cy="1188720"/>
          </a:xfrm>
          <a:prstGeom prst="roundRect">
            <a:avLst/>
          </a:prstGeom>
          <a:solidFill>
            <a:srgbClr val="142B4D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一句话：手册定义可选范围（闭集）→ 实测收窄范围（能力探测）→ 模型在范围内按场景逐轮取证 →
校验层保证每条命令合法 → 归一化保证同一状态同一字节 → 指纹冻结保证同一输入永远同一答案。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94960" cy="4572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对照题目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要求 ①：六级兜底阶梯 + 指纹冻结 + Agent —— 完成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要求 ②：只用只读 CLI / syslog / trap，设备侧零改造 —— 完成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要求 ③：拓扑上下文 + 跨设备取证 + 对照诊断 —— 完成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判据 60% / 80% / 100%：真机实测 SSR 100%、字节一致 —— 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5394960" cy="457200"/>
          </a:xfrm>
          <a:prstGeom prst="roundRect">
            <a:avLst/>
          </a:prstGeom>
          <a:solidFill>
            <a:srgbClr val="D9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诚实的边界与后续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9184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F1 快照复用、F3 投票目前在单轮模式生效；Agent 模式可按「只对结论投票」接入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命令预算在全网巡检类问题上贴近上限，可按规模调整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MIB 里没有的 trap 按最长前缀诚实显示数字尾巴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329"/>
                </a:solidFill>
                <a:latin typeface="PingFang SC"/>
              </a:rPr>
              <a:t>▪ 更多厂商只需导入手册 + MIB + 一条 vendors.json 预设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